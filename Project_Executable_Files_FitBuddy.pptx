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22064" cy="55900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4350" cy="5594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